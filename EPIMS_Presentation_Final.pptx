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73152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13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INSTITUTE OF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•  SENIOR DEFENSE PROJECT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System (EPIMS)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Decoupled Full-Stack Architecture for Clinical Dispensing, FEFO Batch Control &amp; Auditable Procurement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4297680"/>
            <a:ext cx="4754880" cy="1828800"/>
          </a:xfrm>
          <a:prstGeom prst="roundRect">
            <a:avLst>
              <a:gd name="adj" fmla="val 5000"/>
            </a:avLst>
          </a:prstGeom>
          <a:solidFill>
            <a:srgbClr val="1320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44622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TEAM MEMBERS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4773168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Mahlet Yimenu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(ID: 160805)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Kidist Getaneh 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(ID: 160785)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429768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132044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462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SPECIFICATIONS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4773168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Tech Stack: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API + React 18 SPA (Vite)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Database: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(23 Tables, 3NF Schema)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Date &amp; Venue: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August 2026  |  Woldia, Ethiopia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Roadmap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6184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16184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&amp; Context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Healthcare environment and the pharmacy distribution lifecycle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95144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" y="2404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89888" y="24048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bin card errors, expiry losses, and audit bottlenecks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81528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912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319125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 and four specific engineering milestones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67912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89888" y="3977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&amp; Boundaries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functional inclusions and defined future delimitations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654296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89888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 &amp; Sprints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gathering in Woldia and 5 Agile development sprints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44068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55504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89888" y="5550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vs. Proposed System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limitations and core Business Rules (BR1-BR5)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150876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161848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2764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76288" y="161848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Stack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React 18 SPA + Laravel 12 REST API + MySQL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2295144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27648" y="240487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2404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76288" y="240487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Dispensing &amp; POS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Segregated pharmacist staging and cashier payment workflows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081528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319125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76288" y="319125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&amp; FEFO Engine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batch allocation and immutable stock movements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17920" y="3867912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3977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76288" y="39776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State Machine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5-Stage Purchase Order lifecycle preventing duplicate entries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654296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7648" y="476402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764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76288" y="476402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Database, Security &amp; RBAC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23-Table 3NF schema, Sanctum tokens, and route permissions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17920" y="5440680"/>
            <a:ext cx="523951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7648" y="55504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27648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876288" y="5550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Work  —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achievements, testing results, and future enhancements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INTRODUCTION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Background: Pharmacy Distribution &amp; Care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CONTEXT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Foundational Healthcare Pillar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Pharmaceutical distribution is vital in Ethiopian dispensaries (Woldia, Dessie, Addis Ababa).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Consistent drug availability and timely replenishment directly impact patient clinical recovery.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Ensuring affordable access while upholding strict safety protocols is essential for public health.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FLOW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Pharmacy Lifecycle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Procurement: Supplier requisitioning, purchase orders, and lead time tracking.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Warehousing: Multi-batch logging, manufacturing/expiry dates, and shelf coordinates.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Clinical Dispensing: Prescription dosage validation and patient safety checks.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Point of Sale &amp; Audit: Financial checkout, thermal receipting, and EFDA regulatory reporting.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MODERNIZATION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205740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Digital Imperative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183880" y="2743200"/>
            <a:ext cx="2971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Rapid population growth overwhelms traditional paper bin cards and spreadsheets.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Dispensaries require real-time stock counts and instant generic name/barcode search.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 centralized web system prevents medication stock-outs and avoids expiration waste.
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PROBLEM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Statement of the Problem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DISCREPANCIES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Inaccuracies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paper bin cards diverge from physical shelf counts, creating unrecorded inventory discrepancies and untraceable shrinkage.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LOSS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 Expiry 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Absence of automated First Expiry, First Out (FEFO) sorting causes older drug batches to expire unnoticed on dispensary shelves.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1508760"/>
            <a:ext cx="34290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16916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691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ORDERS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183880" y="20391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Purchasing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2971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Informal verbal/paper orders prevent tracking supplier delivery lead times and reconciling physical stock against approved orders.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25196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QUEUES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60120" y="4599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Checkout Bottlenecks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9834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Conflating clinical dispensing with cashier payment collection causes counter delays, long patient queues, and reconciliation errors.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FECD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425196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519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DEFICIT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459943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EFDA Traceability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498348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paper registries fail to provide immutable, chronological audit trails legally mandated by the Ethiopian Food and Drug Authority.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Objectives: General &amp; Specific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234440"/>
          </a:xfrm>
          <a:prstGeom prst="roundRect">
            <a:avLst>
              <a:gd name="adj" fmla="val 7407"/>
            </a:avLst>
          </a:prstGeom>
          <a:solidFill>
            <a:srgbClr val="0B132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design, develop, test, and document a secure, automated, full-stack web-based Ethiopian Pharmacy Inventory Management System (EPIMS) that centralizes inventory control, procurement workflows, two-stage prescription and retail dispensing, financial checkout, and role-based auditing.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Modeling &amp; FEFO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5021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 3NF relational database schema modeling medicine catalogs, multi-batch records, dynamic reorder thresholds, and strict First Expiry, First Out (FEFO) dispensing algorithms.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PO State Machine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35021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an automated multi-stage Purchase Order lifecycle (Draft → Pending → Sent → Received → Completed) to eliminate duplicate stock entries and generate vendor PDF purchase orders.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61772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800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 &amp; POS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51480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segregated clinical prescription dispensing queue for pharmacists and a high-speed cashier POS interface supporting cash, Telebirr, and CBE Birr payments.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4617720"/>
            <a:ext cx="523951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8006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4800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RBAC &amp; Automated Exports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514807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Sanctum bearer token security with fine-grained RBAC permission middleware, automated DOMPDF thermal receipts/invoices, and Laravel Excel report streams.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Scope of EPIMS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16916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Security Governance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17320" y="20391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registration, Admin approval gates, Sanctum bearer tokens, and granular Role-Based Access Control (RBAC).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691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6916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&amp; Retail Product Catalog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03720" y="20391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 cataloging with generic/brand names, dosage forms, therapeutic classes, shelf codes, and barcode lookup.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32918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Multi-Batch &amp; Expiry Monitoring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36393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batch numbers, manufacturing/expiration dates, purchase costs, automated low-stock warnings, and FEFO allocation.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1089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2918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32918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Order Lifecycle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36393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registry, requisition draft-to-completed state transitions, vendor PDF generation, and atomic stock incrementation.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7091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892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17320" y="4892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 &amp; POS Terminal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417320" y="52395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clinical staging queue, cashier retail POS, and support for Telebirr, CBE Birr mobile banking, and Cash.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4709160"/>
            <a:ext cx="52395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48920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03720" y="48920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Administrative Analytics &amp; Audit Logs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03720" y="523951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revenue visualizations, DOMPDF thermal receipts and invoices, Excel data streams, and immutable user audit trails.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DELIMITATIONS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Delimitations &amp; Architectural Boundaries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91640" y="167335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Patient E-Commerce &amp; Home Delivery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01168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public consumer web storefronts, online shopping carts, and courier shipping dispatch integrations are excluded.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244144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The system is engineered to solve internal dispensary workflows, physical counter queuing, and institutional stock controls first.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081528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32644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64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2461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Robotic Dispensing Hardware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physical integration with robotic pick-and-pack machines or hospital pneumatic tube transport systems is delimited.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401421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Ethiopian community and hospital pharmacies operate primarily with human pharmacist clinical verification and manual shelf retrieval.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654296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8371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837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91640" y="481888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Electronic Health Record (EHR) Telecommunication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5157216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bidirectional integration with nationwide health databases and central hospital EHR systems is deferred to future iterations.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5586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Rationale: Requires national FHIR/HL7 standard compliance protocols which are currently evolving across regional health bureaus.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Gathering &amp; Requirements Elicitation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RESEARCH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Interviews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structured and semi-structured interview sessions with practicing licensed pharmacists, pharmacy branch managers, and cashier staff in Woldia town.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" y="457200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66344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Identified major pain points around manual bin card math, cashier queue delays during peak hours, and stock loss from unmonitored expiration dates.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STUDY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Operational Observation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743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Performed direct on-site observation of dispensary operations to map customer queuing patterns, shelf bin card updates, and cashier payment handoffs.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57200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466344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Revealed severe bottlenecks caused when dispensing pharmacists handle both medicine verification and cash collection simultaneously.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169164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1031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&amp; Regulatory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83880" y="274320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Systematically reviewed physical paper artifacts including paper bin cards, supplier delivery invoices, manual prescription slips, and daily balance ledgers.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4572000"/>
            <a:ext cx="297180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663440"/>
            <a:ext cx="2788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Findings: Integrated mandatory data fields required by Ethiopian Food and Drug Authority (EFDA) Good Dispensing Practice guidelines.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SDLC: 5 Functional Development Sprints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5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Iterative and Incremental Agile Development Model was adopted across five progressive sprints: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202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Architecture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migrations, user authentication, Sanctum token engine, and dynamic Role-Based Access Control (RBAC).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07792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19202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99232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Catalog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44952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Medicine master data CRUD, multi-batch tracking, shelf location mapping, and wholesale supplier directory.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84064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9202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75504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Lifecycle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21224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state machine, supplier PDF generation, and automated stock movement audit ledgers.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60336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60336" y="19202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0336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51776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Dispensing &amp; POS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97496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prescription staging queue, cashier retail POS, Telebirr &amp; CBE Birr payment options, and receipt generation.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36608" y="1920240"/>
            <a:ext cx="2057400" cy="43891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36608" y="1920240"/>
            <a:ext cx="20574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19202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28048" y="25603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&amp; UAT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573768" y="3200400"/>
            <a:ext cx="1783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Chart.js executive dashboards, audit trail logging, four-tier testing hierarchy, and user acceptance evaluations.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1 • FEASIBILITY STUDY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Feasibility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6916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Proven modern web technologies: Laravel 12 on PHP 8.2+ and React 18 SPA.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Stateless RESTful API ensures low server resource consumption and horizontal scalability.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Native Sanctum token issuance and Eloquent ORM ensure rapid, reliable data modeling.
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169164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16916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Feasibility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 delivers clean, role-tailored dashboards minimizing staff training time.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High-speed barcode scanner listener reduces cashier checkout clicks dramatically.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Integrated localized payment options (Telebirr &amp; CBE Birr) mirror everyday customer behavior.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41148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ROI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 Feasibility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05840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100% open-source software stack with zero proprietary vendor licensing fees.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Drastically curtails financial losses by preventing unmonitored medication expiration.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Eliminates recurring physical paper stationery, ledger books, and bin card printing costs.
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0" y="411480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41148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4114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Scheduling Feasibility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709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Project planned and structured across a 4-month senior academic capstone timeline.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Iterative sprint milestones ensured progressive validation of database, API, and UI.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 software features, test suites, and documentation delivered on schedule.
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EXISTING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Traditional Process &amp; 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72591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657600"/>
                <a:gridCol w="65196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Traditional Process Limitation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Operational &amp; Financial Consequence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Fragmented Paper Records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unified single source of truth; persistent discrepancies between shelf counts &amp; ledgers.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Stock Tracking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human calculation errors; unrecorded stock shrinkage and theft cannot be traced.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Absence of Automated FEFO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 medicines remain undetected on shelves; severe financial losses &amp; patient health hazards.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Uncontrolled Staff Access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Lack of role segregation; unauthorized staff may modify medicine prices or alter inventory counts.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Informal Procurement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Verbal/paper purchase orders prevent tracking supplier delivery lead times and verifying quantities.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Dispensing &amp; Checkout Bottlenecks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Conflating dispensing and payment causes queue delays; lacks auditable digital receipts for EFDA.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2 • BUSINESS RULES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Business Rules (BR-1 to BR-5)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55064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550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618488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Admin Approval Gate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1911096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users authenticate via Sanctum tokens. Newly registered accounts remain inactive until an Administrator explicitly reviews and activates the account.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87752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8775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551176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Granular Role-Based Access Control (RBAC)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843784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mutations (medicine CRUD, user approvals, role configurations, audit trail inspection) are protected by strict route middleware permissions.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2044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0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483864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Expiry, First Out (FEFO) Inventory Deduction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94560" y="3776472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dispensing and retail POS sales automatically allocate stock from active batches possessing the earliest expiration date to minimize waste.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53128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5312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416552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 Lifecycle &amp; Stock Integrity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94560" y="4709160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quantities increment atomically ONLY when a Purchase Order transitions to 'COMPLETED' status after QC inspection, preventing duplicate counts.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85816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8581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BR-5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94560" y="5349240"/>
            <a:ext cx="905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Segregated Clinical &amp; Financial Dispensing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5641848"/>
            <a:ext cx="9052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Pharmacists validate prescriptions and stage orders in a PENDING queue; Cashiers retrieve the order, collect payments, and finalize the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3 •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Client-Server System Architecture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Single Page App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46304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React 18 SPA: Reusable component hierarchy with virtual DOM rendering.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Tailwind CSS: Utility-first responsive design for desktop &amp; POS terminals.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Vite &amp; NPM: Rapid Hot Module Replacement and production bundling.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Axios HTTP Client: Intercepts Sanctum tokens and dispatches API calls.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Chart.js &amp; Recharts: Visual revenue trends and inventory stock charts.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RESTful API Backend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7492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LARAVEL 12 (PHP 8.2+)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MVC Architecture: Modular controllers, FormRequest validation layers.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Laravel Sanctum: Cryptographically signed Bearer API tokens.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Eloquent ORM: Object-relational mapping with pessimistic row locks.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Middleware Security: EnsureApproved &amp; EnsureHasPermission filters.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Transactions: Automatic DB rollback upon transaction failure.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&amp; Output Layer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686800" y="2240280"/>
            <a:ext cx="196596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2240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+ EXPORTS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MySQL 8.0: 23 normalized tables adhering to 3NF schema constraints.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barryvdh/laravel-dompdf: Formatted thermal slips and A4 invoices.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maatwebsite/excel: Multi-sheet inventory valuation exports.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Audit Logs: User ID, event type, IP address, and timestamps.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Redis / Cache Store: Optimized performance for dashboard KPIs.
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SYSTEM ACTORS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Actors &amp; Operational Responsibilities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System Governance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08960" y="161848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Approves newly registered user accounts, assigns roles &amp; dynamic permissions, monitors branch analytics, audits sensitive logs, and manages system categories.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78608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786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5292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Dispensing &amp; Inventory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55117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Maintains medicine catalog, validates doctor prescriptions, allocates FEFO batches, stages pending orders for cashiers, and monitors expiration dates.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511296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11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856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of Sale &amp; Payments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08960" y="348386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Retrieves staged prescription orders, scans OTC retail barcodes, accepts payments (Telebirr, CBE Birr, Cash), prints thermal receipts, and audits sales.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443984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4439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183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&amp; Suppliers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108960" y="44165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Registers wholesale pharmaceutical suppliers, drafts purchase requisitions, submits POs for manager approval, and dispatches PDF orders to vendors.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376672"/>
            <a:ext cx="201168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7667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Clerk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650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Stock Receiving &amp; QC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108960" y="53492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Inspects incoming shipments, records batch numbers and manufacturing/expiry dates, executes inter-branch stock transfers, and logs damaged items.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OPERATIONAL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Two-Stage Dispensing: Clinical Staging &amp; POS Checkout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PHARMACIST (CLINICAL STAGING)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19456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01.  Prescription &amp; Dosage Review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430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Pharmacist verifies physician prescription, dosage instructions, contraindications, and patient info.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35204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02.  Automated FEFO Batch Allocation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engine queries inventory and automatically binds units from earliest expiring active batches.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05840" y="48463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03.  Stage to Cashier Queue (PENDING)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is registered with status 'PENDING_PAYMENT'. Stock is temporarily reserved to prevent collisions.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08760"/>
            <a:ext cx="5239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CASHIER (FINANCIAL POS CHECKOUT)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219456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304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04.  Retrieve Staged Order / Scan Barcode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29400" y="257860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Cashier pulls patient order from queue or scans retail health/OTC items with the barcode listener.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92240" y="352044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05.  Collect Payment (Telebirr / CBE / Cash)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390448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modal supports popular Ethiopian channels: Telebirr, CBE Birr mobile banking, or Cash.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4846320"/>
            <a:ext cx="4690872" cy="1143000"/>
          </a:xfrm>
          <a:prstGeom prst="roundRect">
            <a:avLst>
              <a:gd name="adj" fmla="val 64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956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06.  Atomic Deduction &amp; Receipt Printing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29400" y="5230368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ACID transaction finalizes: inventory decrements, ledger updates, and thermal receipt prints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INVENTORY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Batch Allocation &amp; Immutable Stock Ledger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FEFO DISPENSING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13055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Trigger 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sale or retail barcode checkout initiated.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83464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9077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Active Batch 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3127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queries batches table for non-zero stock (quantity &gt; 0).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361188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6850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Ascending Expiry Sort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43000" y="39044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Sorts ORDER BY expiry_date ASC; expired items automatically filtered out.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05840" y="438912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46227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Waterfall Deduction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68172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Deducts quantity from earliest batch; cascades to next batch if needed.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5166360"/>
            <a:ext cx="4690872" cy="685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52395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Threshold Alert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3000" y="545896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total remaining stock; flags low-stock alert if below reorder level.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508760"/>
            <a:ext cx="5239512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STOCK LEDGER (`stock_movements`)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untracked stock leakage and satisfy EFDA audits, every inventory mutation appends an immutable transaction record: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260604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27889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(Receipt)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04672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incremented automatically upon PO Completion.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47472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29400" y="36576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(Dispensed)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46720" y="36118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decremented upon finalized cashier POS checkout.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92240" y="434340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29400" y="45262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5262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46720" y="44805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transferred between warehouse and dispensary.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5212080"/>
            <a:ext cx="46908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29400" y="53949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29400" y="5394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ADJUSTMENT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46720" y="5349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Damaged vial write-off or expired batch disposal with reason.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PROCUREMENT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 State Machine &amp; Lifecycle Control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eliminate inventory discrepancies and prevent premature or duplicate stock additions, EPIMS enforces a strict multi-stage state machine: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Purchasing Staff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supplier, specify medicines, requested batch quantities, and negotiated unit costs.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907792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99232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4952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Requisition is locked against unauthorized edits awaiting administrative review.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73752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84064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75504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21224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auto-generates professional PDF purchase order and dispatches it via email to vendor.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60336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0336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51776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QC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97496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 arrive physically; warehouse clerk inspects lot numbers, expiries, and packaging integrity.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26296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436608" y="1965960"/>
            <a:ext cx="2057400" cy="40233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36608" y="19659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28048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Credited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573768" y="2926080"/>
            <a:ext cx="1783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 verified: system ATOMICALLY increments batch stock and writes immutable stock ledger.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" y="6172200"/>
            <a:ext cx="10725912" cy="411480"/>
          </a:xfrm>
          <a:prstGeom prst="roundRect">
            <a:avLst>
              <a:gd name="adj" fmla="val 13333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61722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Duplicate Stock Prevention: The system checks existing completion logs before crediting inventory. Rejected orders transition to CANCELLED.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DATABASE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Database Specification (23 Tables, 3NF)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RBAC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users, roles, permissions, role_permission, personal_access_tokens, password_reset_tokens, sessions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credentials (Bcrypt), approval gates, Sanctum tokens, and dynamic role matrices.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578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Catalog &amp; Shelves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8529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categories, shelves, medicines, batches, retail_products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2578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Therapeutic categories, physical shelf codes, medicine attributes, batch expiries, barcodes.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11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Procurement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378561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suppliers, purchase_orders, purchase_order_items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0" y="35112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Wholesale vendor profiles (TIN, contact), PO state transitions, line-item batch costs.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439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&amp; POS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05840" y="47183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sales, sale_items, stock_movements, stock_transfers, branches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444398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Prescription/retail orders, payment channels, immutable stock ledgers, and branches.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376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05840" y="56509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audit_logs, cache, jobs, failed_jobs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5376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administrative audit trail, dashboard KPI cache, and queued email notifications.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4 • SECURITY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Security, Sanctum &amp; RBAC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Sanctum Token Auth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55448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6012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 authenticates with email &amp; password via /api/login.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Bcrypt hash verification via Hash::check().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Administrative account approval gate (is_approved flag).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Cryptographically signed Bearer API token issued.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Tokens passed asynchronously in Axios headers.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4340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Middleware Barriers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EnsureUserApproved: Blocks unapproved user accounts with 403.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EnsureHasRole: Validates user operational role boundary.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EnsureHasPermission: Verifies granular route permission.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CSRF Protection: Shields state-changing API mutations.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Rate Limiting: Prevents brute-force authentication attempts.
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3429000" cy="4709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115E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&amp; Audit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78240" y="2240280"/>
            <a:ext cx="1783080" cy="256032"/>
          </a:xfrm>
          <a:prstGeom prst="roundRect">
            <a:avLst>
              <a:gd name="adj" fmla="val 17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0" y="224028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183880" y="2651760"/>
            <a:ext cx="2971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Pessimistic Locking: lockForUpdate() prevents batch overselling.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ACID DB Transactions: DB::transaction() auto-rollbacks failures.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audit_logs Table: Logs user ID, action, model, IP, timestamp.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Immutable stock ledger records prevent tampering.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PDO parameterized queries defend against SQL injection.
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VERIFICATION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Verification &amp; 4-Tier Testing Hierarchy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73352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7335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ALGORITHMS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017520" y="16733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Unit Testing (PHPUnit)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cases validating core calculations, batch deduction logic, FEFO expiration date sorting, and Bcrypt security hashing.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715768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880360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803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ENDPOINTS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017520" y="28803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API Integration Testing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326440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of JSON API payloads, FormRequest error responses (HTTP 422), foreign key constraints, and database transaction rollbacks.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22776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87368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0873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BARRIERS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017520" y="40873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3: Security &amp; RBAC Boundary Tests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471416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verification of route middleware gates preventing unapproved user logins, cross-role tampering, and SQL injection exploits.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5129784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294376"/>
            <a:ext cx="1920240" cy="292608"/>
          </a:xfrm>
          <a:prstGeom prst="roundRect">
            <a:avLst>
              <a:gd name="adj" fmla="val 15625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2943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17520" y="529437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4: User Acceptance Testing (UAT)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5678424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with practicing pharmacists and cashiers in Woldia pharmacies to evaluate POS checkout speed, FEFO clarity, and report export usability.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PROJECT 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Software Innovations &amp; Stakeholder 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Pharmacy Owners &amp; Managers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1618488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real-time inventory valuation visibility, eradication of stock pilferage, and data-driven procurement through automated sales analytics.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441448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786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 Dispensing Pharmacists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551176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manual bin card tallying, automated FEFO batch allocation suggestions, immediate alerts for near-expiry drugs (&lt; 90 days), and dedicated clinical focus.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374136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112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Cashiers &amp; Counter Personnel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3483864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High-speed barcode scanner POS shopping cart, dedicated staged prescription queue, native Telebirr/CBE Birr support, and automated thermal printing.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06824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43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 Patients &amp; Consumers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06240" y="441655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reduction in counter waiting times, 100% protection against receiving expired pharmaceuticals, and transparent itemized receipts.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5239512"/>
            <a:ext cx="1072591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376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📜  Regulatory Bodies (EFDA)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534924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batch number lot traceability, permanent audit trail logs for controlled medications, and standardized electronic compliance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Project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167335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Elimination of Manual Bottlenecks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0116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Replaced error-prone paper bin cards, ledger books, and verbal purchasing with an integrated digital workflow.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Established a centralized single source of truth for stock quantities, batch expiries, and customer transactions.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081528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26440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64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91640" y="32461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Decoupled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584448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Delivered a responsive React 18 SPA coupled with a high-throughput Laravel 12 REST API backend.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Sub-second POS checkout transactions and robust concurrency locking prevent stock overselling.
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654296"/>
            <a:ext cx="107259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483717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371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81888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Safety &amp; Institutional Governance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91640" y="5157216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First Expiry, First Out (FEFO) dispensing systematically eliminates expired medication hazards.
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Sanctum token authentication, dynamic RBAC matrices, and immutable audit logs ensure EFDA regulatory compliance.
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5E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CHAPTER 5 • FUTURE WORK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&amp; Technical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53312"/>
            <a:ext cx="10725912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EPIMS  |  Department of Computer Science  |  Woldia University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6192" y="1673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Payment Gateway Webhooks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536192" y="201168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36192" y="2011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INTEGRATION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960120" y="233172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server-to-server API webhooks with Ethio Telecom (Telebirr SuperApp API) and Commercial Bank of Ethiopia (CBE Birr API) for automated real-time transaction verification without manual cashier confirmation.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691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2" y="1673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Demand Forecasting via Machine Learning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22592" y="201168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20116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DATA SCIENCE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time-series machine learning models (e.g., ARIMA or Random Forest) to analyze seasonal disease trends (e.g., malaria, respiratory infections) and automatically generate proactive purchase order requisitions.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536192" y="4096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EFDA Portal &amp; Hospital EHR Interoperability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536192" y="443484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 COMPLIANCE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60120" y="475488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secure FHIR and HL7 compliant API bridges with the Ethiopian Food and Drug Authority verification portal and regional hospital Electronic Health Record (EHR) databases for electronic prescription transfers.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3931920"/>
            <a:ext cx="523951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5240">
            <a:solidFill>
              <a:srgbClr val="BAE6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114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22592" y="4096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Progressive Web App (PWA) Mode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022592" y="4434840"/>
            <a:ext cx="1737360" cy="2286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22592" y="443484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46520" y="4754880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the React frontend with service workers and IndexedDB caching to enable uninterrupted cashier checkout and receipt generation during intermittent internet outages common in regional towns.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097280"/>
            <a:ext cx="5788152" cy="411480"/>
          </a:xfrm>
          <a:prstGeom prst="roundRect">
            <a:avLst>
              <a:gd name="adj" fmla="val 22222"/>
            </a:avLst>
          </a:prstGeom>
          <a:solidFill>
            <a:srgbClr val="1320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1097280"/>
            <a:ext cx="5788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WOLDIA UNIVERSITY  •  FACULTY OF COMPUTING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28800" y="182880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828800" y="292608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0" y="3840480"/>
            <a:ext cx="7068312" cy="1920240"/>
          </a:xfrm>
          <a:prstGeom prst="roundRect">
            <a:avLst>
              <a:gd name="adj" fmla="val 4762"/>
            </a:avLst>
          </a:prstGeom>
          <a:solidFill>
            <a:srgbClr val="132044"/>
          </a:solidFill>
          <a:ln w="1524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4023360"/>
            <a:ext cx="6702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Ethiopian Pharmacy Inventory Management System (EPIMS)
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Senior Undergraduate Internship Defense Project
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Presenters: Mahlet Yimenu (160805) &amp; Kidist Getaneh (160785)
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 |  August,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Woldia University - School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Ethiopian Pharmacy Inventory Management System (EPIMS)</dc:title>
  <dc:subject>PptxGenJS Presentation</dc:subject>
  <dc:creator>Mahlet Yimenu &amp; Kidist Getaneh</dc:creator>
  <cp:lastModifiedBy>Mahlet Yimenu &amp; Kidist Getaneh</cp:lastModifiedBy>
  <cp:revision>1</cp:revision>
  <dcterms:created xsi:type="dcterms:W3CDTF">2026-10-12T16:19:19Z</dcterms:created>
  <dcterms:modified xsi:type="dcterms:W3CDTF">2026-10-12T16:19:19Z</dcterms:modified>
</cp:coreProperties>
</file>